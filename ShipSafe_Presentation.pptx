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0698480" cy="4663440"/>
          </a:xfrm>
          <a:prstGeom prst="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6459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F62FE"/>
                </a:solidFill>
              </a:defRPr>
            </a:pPr>
            <a:r>
              <a:t>🛡️ ShipSafe</a:t>
            </a:r>
          </a:p>
          <a:p>
            <a:pPr>
              <a:spcBef>
                <a:spcPts val="1000"/>
              </a:spcBef>
              <a:defRPr sz="2200" b="1">
                <a:solidFill>
                  <a:srgbClr val="0F172A"/>
                </a:solidFill>
              </a:defRPr>
            </a:pPr>
            <a:r>
              <a:t>AI Release-Readiness &amp; Pre-Flight Security Gatekeeper</a:t>
            </a:r>
          </a:p>
          <a:p>
            <a:pPr>
              <a:spcBef>
                <a:spcPts val="800"/>
              </a:spcBef>
              <a:defRPr sz="1600">
                <a:solidFill>
                  <a:srgbClr val="64748B"/>
                </a:solidFill>
              </a:defRPr>
            </a:pPr>
            <a:r>
              <a:t>Turn Idea into Impact Faster • Powered by IBM Bob IDE Workflows</a:t>
            </a:r>
          </a:p>
          <a:p>
            <a:pPr>
              <a:spcBef>
                <a:spcPts val="2400"/>
              </a:spcBef>
              <a:defRPr sz="1400">
                <a:solidFill>
                  <a:srgbClr val="0F62FE"/>
                </a:solidFill>
              </a:defRPr>
            </a:pPr>
            <a:r>
              <a:t>Team: Quantum Quokkas  |  Track: Developer Productivity &amp; Tooling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IBM BOB 2.0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Release Bottleneck in Modern Development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38328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⏳ Manual &amp; Inconsistent Audits</a:t>
            </a:r>
          </a:p>
          <a:p>
            <a:pPr>
              <a:spcBef>
                <a:spcPts val="1400"/>
              </a:spcBef>
              <a:defRPr sz="1400">
                <a:solidFill>
                  <a:srgbClr val="64748B"/>
                </a:solidFill>
              </a:defRPr>
            </a:pPr>
            <a:r>
              <a:t>Developers spend 45-60 minutes searching for missing tests, dependencies, and entry points before every release.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828800"/>
            <a:ext cx="338328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21031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🚨 Accidental Credential Exposure</a:t>
            </a:r>
          </a:p>
          <a:p>
            <a:pPr>
              <a:spcBef>
                <a:spcPts val="1400"/>
              </a:spcBef>
              <a:defRPr sz="1400">
                <a:solidFill>
                  <a:srgbClr val="64748B"/>
                </a:solidFill>
              </a:defRPr>
            </a:pPr>
            <a:r>
              <a:t>Hardcoded API keys, database credentials, and active .env files slip into public GitHub repositories undetected.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828800"/>
            <a:ext cx="338328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2103120"/>
            <a:ext cx="30175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❌ Late-Stage Failure in CI/CD</a:t>
            </a:r>
          </a:p>
          <a:p>
            <a:pPr>
              <a:spcBef>
                <a:spcPts val="1400"/>
              </a:spcBef>
              <a:defRPr sz="1400">
                <a:solidFill>
                  <a:srgbClr val="64748B"/>
                </a:solidFill>
              </a:defRPr>
            </a:pPr>
            <a:r>
              <a:t>Missing documentation, broken configs, and zero test coverage are caught late, halting shipping velocity.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IBM BOB 2.0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ShipSafe: Instant Automated Release Assurance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62FE"/>
                </a:solidFill>
              </a:defRPr>
            </a:pPr>
            <a:r>
              <a:t>🎯 4-Pillar Release Scoring (0-100)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📖 Documentation (25 pts): README quality &amp; licensing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🧪 Testing (25 pts): Test suite presence &amp; breadth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🔒 Security Hygiene (25 pts): Regex secret interception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⚙️ Maintainability (25 pts): Dependencies &amp; .gitignore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62FE"/>
                </a:solidFill>
              </a:defRPr>
            </a:pPr>
            <a:r>
              <a:t>⚡ Key Capabilities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⚡ Sub-0.05s Audit Time: Instant local scanning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🚨 Secret Hunter: Catches AWS, OpenAI, DB credentials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📋 Prioritized Checklist: Ranked by critical impact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🛡️ Zip Slip Protected: Hardened against malicious zips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IBM BOB 2.0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Quantified Developer Impact: Before vs. After Bob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420624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F4444"/>
                </a:solidFill>
              </a:defRPr>
            </a:pPr>
            <a:r>
              <a:t>❌ Traditional Manual Process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45+ minutes spent manual folder searching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Security checks are inconsistent and missed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Release checklist written manually from scratch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Release readiness is subjective guesswork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737360"/>
            <a:ext cx="5212080" cy="420624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20116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✅ ShipSafe + IBM Bob Workflow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&lt;0.05s automated repository synthesis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100% deterministic regex secret interception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Automated 4-pillar readiness score &amp; PR checklist</a:t>
            </a:r>
          </a:p>
          <a:p>
            <a:pPr>
              <a:spcBef>
                <a:spcPts val="1000"/>
              </a:spcBef>
              <a:defRPr sz="1300">
                <a:solidFill>
                  <a:srgbClr val="0F172A"/>
                </a:solidFill>
              </a:defRPr>
            </a:pPr>
            <a:r>
              <a:t>• 98% reduction in pre-release preparation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IBM BOB 2.0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IBM Bob IDE: Our Core Development Partner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5603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10312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</a:defRPr>
            </a:pPr>
            <a:r>
              <a:t>1. Architecture Planning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Planned the 4-pillar modular pipeline and deterministic scanner structure.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5603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210312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</a:defRPr>
            </a:pPr>
            <a:r>
              <a:t>2. Implementation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Authored regex pattern matchers, token masking, and scoring algorithms.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828800"/>
            <a:ext cx="25603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63640" y="210312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</a:defRPr>
            </a:pPr>
            <a:r>
              <a:t>3. Security Hardening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Audited ZIP extraction for Zip Slip vulnerabilities and memory safety.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828800"/>
            <a:ext cx="2560320" cy="393192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0" y="2103120"/>
            <a:ext cx="22860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F62FE"/>
                </a:solidFill>
              </a:defRPr>
            </a:pPr>
            <a:r>
              <a:t>4. Unit Test Authoring</a:t>
            </a:r>
          </a:p>
          <a:p>
            <a:pPr>
              <a:spcBef>
                <a:spcPts val="1200"/>
              </a:spcBef>
              <a:defRPr sz="1200">
                <a:solidFill>
                  <a:srgbClr val="0F172A"/>
                </a:solidFill>
              </a:defRPr>
            </a:pPr>
            <a:r>
              <a:t>Generated comprehensive automated test suite in tests/test_analyzer.py.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F62FE"/>
                </a:solidFill>
              </a:defRPr>
            </a:pPr>
            <a:r>
              <a:t>IBM BOB 2.0 HACKATHON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Summary &amp; Future Roadmap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10698480" cy="4206240"/>
          </a:xfrm>
          <a:prstGeom prst="roundRect">
            <a:avLst/>
          </a:prstGeom>
          <a:solidFill>
            <a:srgbClr val="F1F5F9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F62FE"/>
                </a:solidFill>
              </a:defRPr>
            </a:pPr>
            <a:r>
              <a:t>🚀 Turn Idea into Impact Faster with ShipSafe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✅ Shipped MVP: Working Streamlit app, passing tests, and complete bob_sessions evidence.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⏱️ Measurable Value: Reduces 45 minutes of release overhead down to 0.04 seconds.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🔮 Future Roadmap: GitHub Action integration for automated CI/CD release gatekeeping.</a:t>
            </a:r>
          </a:p>
          <a:p>
            <a:pPr>
              <a:spcBef>
                <a:spcPts val="1200"/>
              </a:spcBef>
              <a:defRPr sz="1400">
                <a:solidFill>
                  <a:srgbClr val="0F172A"/>
                </a:solidFill>
              </a:defRPr>
            </a:pPr>
            <a:r>
              <a:t>🔗 GitHub Repo: github.com/Vishakha-1709/shipsafe_ibm_bob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